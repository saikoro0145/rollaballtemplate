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第6回 タイトル画面と全体まとめ - Slide 01: 前回の状態
ねらい: タイトル画面からInGameへ遷移し、6回で作った全スクリプトの関係を確認する。
講師ノート: ゲーム本編はできているので、最後は入口と全体整理を行う。
話すポイント:
- InGameシーン内のゲームループは完成
- 開始、プレイ、クリア、ゲームオーバーが揃った
- ただし入口となるタイトル画面がない
使用スクリーンショット: Assets\Screenshots\training_ingame_play_countdown.png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第6回 タイトル画面と全体まとめ - Slide 02: 今日追加するもの
ねらい: タイトル画面からInGameへ遷移し、6回で作った全スクリプトの関係を確認する。
講師ノート: TitleManagerとBuild Settingsを扱う回。
話すポイント:
- Titleシーンを用意する
- StartボタンでInGameへ移動する
- 全スクリプトの役割を整理する
使用スクリーンショット: Assets\Screenshots\training_title_play_game_view.png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第6回 タイトル画面と全体まとめ - Slide 03: シーンを分ける理由
ねらい: タイトル画面からInGameへ遷移し、6回で作った全スクリプトの関係を確認する。
講師ノート: Webページの画面遷移のようなものとして説明すると伝わりやすい。
話すポイント:
- タイトル画面とゲーム本編は役割が違う
- SceneManagerで画面を切り替える
- 小さな単位に分けると管理しやすい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第6回 タイトル画面と全体まとめ - Slide 04: Title.unity
ねらい: タイトル画面からInGameへ遷移し、6回で作った全スクリプトの関係を確認する。
講師ノート: SceneビューまたはGameビューでUI構成を確認する。
話すポイント:
- Canvasにタイトルとボタンを置く
- StartButtonをTitleManagerに渡す
- 見た目と処理をつなぐ
使用スクリーンショット: Assets\Screenshots\training_title_scene_view.png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第6回 タイトル画面と全体まとめ - Slide 05: Buttonの仕組み
ねらい: タイトル画面からInGameへ遷移し、6回で作った全スクリプトの関係を確認する。
講師ノート: イベントという言葉は出してもよいが、詳細には入らない。
話すポイント:
- クリックされたときに関数を呼ぶ
- OnClickに処理を登録する
- コードからAddListenerで登録できる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第6回 タイトル画面と全体まとめ - Slide 06: TitleManager
ねらい: タイトル画面からInGameへ遷移し、6回で作った全スクリプトの関係を確認する。
講師ノート: InGameManagerとは別の管理役。シーンごとに担当を分ける。
話すポイント:
- タイトル画面だけを担当する
- StartButtonをInspectorで受け取る
- 押されたらInGameを読み込む
コード抜粋:
public Button StartButton;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第6回 タイトル画面と全体まとめ - Slide 07: StartButton
ねらい: タイトル画面からInGameへ遷移し、6回で作った全スクリプトの関係を確認する。
講師ノート: Button型はUnity UIの部品として説明する。
話すポイント:
- Button型の変数でUIボタンを参照する
- Inspectorからドラッグ&amp;ドロップする
- Startでクリック時の処理を登録する
コード抜粋:
public Button StartButton;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第6回 タイトル画面と全体まとめ - Slide 08: Start()
ねらい: タイトル画面からInGameへ遷移し、6回で作った全スクリプトの関係を確認する。
講師ノート: OnStartButtonClicked()ではなくOnStartButtonClickedを渡す点は軽く触れる。
話すポイント:
- AddListenerで押された時の関数を登録
- 関数名だけを渡す
- ゲーム開始前の準備として一度だけ行う
コード抜粋:
private void Start()
{
    StartButton.onClick.AddListener(OnStartButtonClicked);
}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第6回 タイトル画面と全体まとめ - Slide 09: OnStartButtonClicked()
ねらい: タイトル画面からInGameへ遷移し、6回で作った全スクリプトの関係を確認する。
講師ノート: 文字列のシーン名とBuild Settingsの登録名が一致している必要がある。
話すポイント:
- SceneManager.LoadSceneを使う
- シーン名InGameを指定する
- Build Settingsへの登録が必要
コード抜粋:
private void OnStartButtonClicked()
{
    SceneManager.LoadScene("InGame");
}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第6回 タイトル画面と全体まとめ - Slide 10: Build Settings
ねらい: タイトル画面からInGameへ遷移し、6回で作った全スクリプトの関係を確認する。
講師ノート: Unity側の設定を忘れるとコードが正しくても遷移しない。
話すポイント:
- TitleとInGameを登録する
- タイトルからゲーム本編へ遷移できるようにする
- シーン名の打ち間違いに注意する
使用スクリーンショット: Assets\Screenshots\training_title_play_game_view.png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第6回 タイトル画面と全体まとめ - Slide 11: OnDestroy()
ねらい: タイトル画面からInGameへ遷移し、6回で作った全スクリプトの関係を確認する。
講師ノート: 初心者には高度だが、完成コードとして丁寧な後片付けをしていると説明する。
話すポイント:
- 登録したListenerを解除する
- 不要な参照が残ることを防ぐ
- AddListenerとRemoveListenerをセットで見る
コード抜粋:
private void OnDestroy()
{
    StartButton.onClick.RemoveListener(OnStartButtonClicked);
}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第6回 タイトル画面と全体まとめ - Slide 12: 完成ゲームの流れ
ねらい: タイトル画面からInGameへ遷移し、6回で作った全スクリプトの関係を確認する。
講師ノート: 6回で作った流れをプレイ順で確認する。
話すポイント:
- TitleでStartを押す
- Countdown後にPlayingへ入る
- ClearまたはGameOverで終了しRetryできる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第6回 タイトル画面と全体まとめ - Slide 13: 全スクリプト関係図
ねらい: タイトル画面からInGameへ遷移し、6回で作った全スクリプトの関係を確認する。
講師ノート: ここで全ファイルが登場していることを確認する。
話すポイント:
- PlayerController: 移動と収集
- InGameManager: 状態管理
- UI系Controller: 表示と入力の補助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第6回 タイトル画面と全体まとめ - Slide 14: 6回のまとめ
ねらい: タイトル画面からInGameへ遷移し、6回で作った全スクリプトの関係を確認する。
講師ノート: 新人研修として、今後のC#学習につながるポイントを締める。
話すポイント:
- 小さい機能を足して完成形に近づけた
- 既習のif/while/変数/配列をゲーム内で使った
- 次に学ぶクラス・参照・イベントの入口にもなった
使用スクリーンショット: Assets\Screenshots\training_title_play_game_view.png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第6回 タイトル画面と全体まとめ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前回の状態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99616"/>
            <a:ext cx="4617720" cy="4224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InGameシーン内のゲームループは完成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開始、プレイ、クリア、ゲームオーバーが揃った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ただし入口となるタイトル画面がない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49240" y="1353312"/>
            <a:ext cx="6172200" cy="4882896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12700">
            <a:solidFill>
              <a:srgbClr val="D8D1C3"/>
            </a:solidFill>
            <a:prstDash val="solid"/>
          </a:ln>
        </p:spPr>
      </p:sp>
      <p:pic>
        <p:nvPicPr>
          <p:cNvPr id="8" name="Image 0" descr="C:\Users\yghay\source\repos\RollABallTemplate\Assets\Screenshots\training_ingame_play_count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2392" y="2008537"/>
            <a:ext cx="6025896" cy="33895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58968" y="6025896"/>
            <a:ext cx="5952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Unity screenshot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Title &amp; Wrap-up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第6回 タイトル画面と全体まとめ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今日追加するもの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99616"/>
            <a:ext cx="4617720" cy="4224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Titleシーンを用意する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StartボタンでInGameへ移動する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全スクリプトの役割を整理する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49240" y="1353312"/>
            <a:ext cx="6172200" cy="4882896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12700">
            <a:solidFill>
              <a:srgbClr val="D8D1C3"/>
            </a:solidFill>
            <a:prstDash val="solid"/>
          </a:ln>
        </p:spPr>
      </p:sp>
      <p:pic>
        <p:nvPicPr>
          <p:cNvPr id="8" name="Image 0" descr="C:\Users\yghay\source\repos\RollABallTemplate\Assets\Screenshots\training_title_play_game_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2392" y="2008537"/>
            <a:ext cx="6025896" cy="33895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58968" y="6025896"/>
            <a:ext cx="5952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Unity screenshot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Title &amp; Wrap-up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第6回 タイトル画面と全体まとめ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シーンを分ける理由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11155680" cy="1389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タイトル画面とゲーム本編は役割が違う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SceneManagerで画面を切り替える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小さな単位に分けると管理しやすい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889504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5F0EA"/>
          </a:solidFill>
          <a:ln w="17780">
            <a:solidFill>
              <a:srgbClr val="2F7D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62656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7D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Scene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965192" y="3925519"/>
            <a:ext cx="91440" cy="0"/>
          </a:xfrm>
          <a:prstGeom prst="line">
            <a:avLst/>
          </a:prstGeom>
          <a:noFill/>
          <a:ln w="17780">
            <a:solidFill>
              <a:srgbClr val="62676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74920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9EEF6"/>
          </a:solidFill>
          <a:ln w="17780">
            <a:solidFill>
              <a:srgbClr val="273C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8072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73C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Start Button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50608" y="3925519"/>
            <a:ext cx="91440" cy="0"/>
          </a:xfrm>
          <a:prstGeom prst="line">
            <a:avLst/>
          </a:prstGeom>
          <a:noFill/>
          <a:ln w="17780">
            <a:solidFill>
              <a:srgbClr val="62676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260336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5F0EA"/>
          </a:solidFill>
          <a:ln w="17780">
            <a:solidFill>
              <a:srgbClr val="D96C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33488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6C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InGame Scene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Title &amp; Wrap-up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第6回 タイトル画面と全体まとめ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Title.unity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99616"/>
            <a:ext cx="4617720" cy="4224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Canvasにタイトルとボタンを置く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StartButtonをTitleManagerに渡す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見た目と処理をつなぐ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49240" y="1353312"/>
            <a:ext cx="6172200" cy="4882896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12700">
            <a:solidFill>
              <a:srgbClr val="D8D1C3"/>
            </a:solidFill>
            <a:prstDash val="solid"/>
          </a:ln>
        </p:spPr>
      </p:sp>
      <p:pic>
        <p:nvPicPr>
          <p:cNvPr id="8" name="Image 0" descr="C:\Users\yghay\source\repos\RollABallTemplate\Assets\Screenshots\training_title_scene_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2392" y="2336031"/>
            <a:ext cx="6025896" cy="273457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58968" y="6025896"/>
            <a:ext cx="5952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Unity screenshot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Title &amp; Wrap-up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第6回 タイトル画面と全体まとめ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Buttonの仕組み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11155680" cy="1389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クリックされたときに関数を呼ぶ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OnClickに処理を登録する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コードからAddListenerで登録できる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889504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5F0EA"/>
          </a:solidFill>
          <a:ln w="17780">
            <a:solidFill>
              <a:srgbClr val="2F7D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62656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7D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Button Click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965192" y="3925519"/>
            <a:ext cx="91440" cy="0"/>
          </a:xfrm>
          <a:prstGeom prst="line">
            <a:avLst/>
          </a:prstGeom>
          <a:noFill/>
          <a:ln w="17780">
            <a:solidFill>
              <a:srgbClr val="62676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74920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9EEF6"/>
          </a:solidFill>
          <a:ln w="17780">
            <a:solidFill>
              <a:srgbClr val="273C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8072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73C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Listener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50608" y="3925519"/>
            <a:ext cx="91440" cy="0"/>
          </a:xfrm>
          <a:prstGeom prst="line">
            <a:avLst/>
          </a:prstGeom>
          <a:noFill/>
          <a:ln w="17780">
            <a:solidFill>
              <a:srgbClr val="62676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260336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5F0EA"/>
          </a:solidFill>
          <a:ln w="17780">
            <a:solidFill>
              <a:srgbClr val="D96C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33488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6C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OnStartButtonClicked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Title &amp; Wrap-up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第6回 タイトル画面と全体まとめ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TitleManager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タイトル画面だけを担当する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StartButtonをInspectorで受け取る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押されたらInGameを読み込む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Button StartButton;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titleFields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Title &amp; Wrap-up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第6回 タイトル画面と全体まとめ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StartButton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Button型の変数でUIボタンを参照する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Inspectorからドラッグ&amp;ドロップする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Startでクリック時の処理を登録する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Button StartButton;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titleFields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Title &amp; Wrap-up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第6回 タイトル画面と全体まとめ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Start()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AddListenerで押された時の関数を登録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関数名だけを渡す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ゲーム開始前の準備として一度だけ行う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Start()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StartButton.onClick.AddListener(OnStartButtonClicked);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titleStart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Title &amp; Wrap-up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第6回 タイトル画面と全体まとめ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OnStartButtonClicked()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SceneManager.LoadSceneを使う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シーン名InGameを指定する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Build Settingsへの登録が必要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OnStartButtonClicked()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SceneManager.LoadScene("InGame");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titleClick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Title &amp; Wrap-up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第6回 タイトル画面と全体まとめ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Build Settings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99616"/>
            <a:ext cx="4617720" cy="4224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TitleとInGameを登録する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タイトルからゲーム本編へ遷移できるようにする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シーン名の打ち間違いに注意する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49240" y="1353312"/>
            <a:ext cx="6172200" cy="4882896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12700">
            <a:solidFill>
              <a:srgbClr val="D8D1C3"/>
            </a:solidFill>
            <a:prstDash val="solid"/>
          </a:ln>
        </p:spPr>
      </p:sp>
      <p:pic>
        <p:nvPicPr>
          <p:cNvPr id="8" name="Image 0" descr="C:\Users\yghay\source\repos\RollABallTemplate\Assets\Screenshots\training_title_play_game_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2392" y="2008537"/>
            <a:ext cx="6025896" cy="33895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58968" y="6025896"/>
            <a:ext cx="5952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Unity screenshot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Title &amp; Wrap-up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第6回 タイトル画面と全体まとめ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OnDestroy()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登録したListenerを解除する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不要な参照が残ることを防ぐ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AddListenerとRemoveListenerをセットで見る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OnDestroy()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StartButton.onClick.RemoveListener(OnStartButtonClicked);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titleDestroy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Title &amp; Wrap-up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第6回 タイトル画面と全体まとめ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完成ゲームの流れ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11155680" cy="1389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TitleでStartを押す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Countdown後にPlayingへ入る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ClearまたはGameOverで終了しRetryできる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04088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5F0EA"/>
          </a:solidFill>
          <a:ln w="17780">
            <a:solidFill>
              <a:srgbClr val="2F7D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7D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79776" y="3925519"/>
            <a:ext cx="91440" cy="0"/>
          </a:xfrm>
          <a:prstGeom prst="line">
            <a:avLst/>
          </a:prstGeom>
          <a:noFill/>
          <a:ln w="17780">
            <a:solidFill>
              <a:srgbClr val="62676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89504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9EEF6"/>
          </a:solidFill>
          <a:ln w="17780">
            <a:solidFill>
              <a:srgbClr val="273C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62656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73C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Countdown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965192" y="3925519"/>
            <a:ext cx="91440" cy="0"/>
          </a:xfrm>
          <a:prstGeom prst="line">
            <a:avLst/>
          </a:prstGeom>
          <a:noFill/>
          <a:ln w="17780">
            <a:solidFill>
              <a:srgbClr val="62676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74920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5F0EA"/>
          </a:solidFill>
          <a:ln w="17780">
            <a:solidFill>
              <a:srgbClr val="D96C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48072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6C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Playing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50608" y="3925519"/>
            <a:ext cx="91440" cy="0"/>
          </a:xfrm>
          <a:prstGeom prst="line">
            <a:avLst/>
          </a:prstGeom>
          <a:noFill/>
          <a:ln w="17780">
            <a:solidFill>
              <a:srgbClr val="62676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260336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9EEF6"/>
          </a:solidFill>
          <a:ln w="17780">
            <a:solidFill>
              <a:srgbClr val="F1B8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33488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B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Clear / GameOver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336024" y="3925519"/>
            <a:ext cx="91440" cy="0"/>
          </a:xfrm>
          <a:prstGeom prst="line">
            <a:avLst/>
          </a:prstGeom>
          <a:noFill/>
          <a:ln w="17780">
            <a:solidFill>
              <a:srgbClr val="62676A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445752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5F0EA"/>
          </a:solidFill>
          <a:ln w="17780">
            <a:solidFill>
              <a:srgbClr val="7C5A9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18904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5A9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Retry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Title &amp; Wrap-up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第6回 タイトル画面と全体まとめ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全スクリプト関係図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11155680" cy="1389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PlayerController: 移動と収集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InGameManager: 状態管理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UI系Controller: 表示と入力の補助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04088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5F0EA"/>
          </a:solidFill>
          <a:ln w="17780">
            <a:solidFill>
              <a:srgbClr val="2F7D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7D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TitleManager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79776" y="3925519"/>
            <a:ext cx="91440" cy="0"/>
          </a:xfrm>
          <a:prstGeom prst="line">
            <a:avLst/>
          </a:prstGeom>
          <a:noFill/>
          <a:ln w="17780">
            <a:solidFill>
              <a:srgbClr val="62676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89504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9EEF6"/>
          </a:solidFill>
          <a:ln w="17780">
            <a:solidFill>
              <a:srgbClr val="273C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62656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73C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InGameManager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965192" y="3925519"/>
            <a:ext cx="91440" cy="0"/>
          </a:xfrm>
          <a:prstGeom prst="line">
            <a:avLst/>
          </a:prstGeom>
          <a:noFill/>
          <a:ln w="17780">
            <a:solidFill>
              <a:srgbClr val="62676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74920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5F0EA"/>
          </a:solidFill>
          <a:ln w="17780">
            <a:solidFill>
              <a:srgbClr val="D96C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48072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6C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PlayerController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50608" y="3925519"/>
            <a:ext cx="91440" cy="0"/>
          </a:xfrm>
          <a:prstGeom prst="line">
            <a:avLst/>
          </a:prstGeom>
          <a:noFill/>
          <a:ln w="17780">
            <a:solidFill>
              <a:srgbClr val="62676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260336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9EEF6"/>
          </a:solidFill>
          <a:ln w="17780">
            <a:solidFill>
              <a:srgbClr val="F1B8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33488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B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Timer / Countdown / Retry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336024" y="3925519"/>
            <a:ext cx="91440" cy="0"/>
          </a:xfrm>
          <a:prstGeom prst="line">
            <a:avLst/>
          </a:prstGeom>
          <a:noFill/>
          <a:ln w="17780">
            <a:solidFill>
              <a:srgbClr val="62676A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445752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5F0EA"/>
          </a:solidFill>
          <a:ln w="17780">
            <a:solidFill>
              <a:srgbClr val="7C5A9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18904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5A9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Follower / ItemRotator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Title &amp; Wrap-up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第6回 タイトル画面と全体まとめ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6回のまとめ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99616"/>
            <a:ext cx="4617720" cy="4224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小さい機能を足して完成形に近づけた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既習のif/while/変数/配列をゲーム内で使った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次に学ぶクラス・参照・イベントの入口にもなった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49240" y="1353312"/>
            <a:ext cx="6172200" cy="4882896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12700">
            <a:solidFill>
              <a:srgbClr val="D8D1C3"/>
            </a:solidFill>
            <a:prstDash val="solid"/>
          </a:ln>
        </p:spPr>
      </p:sp>
      <p:pic>
        <p:nvPicPr>
          <p:cNvPr id="8" name="Image 0" descr="C:\Users\yghay\source\repos\RollABallTemplate\Assets\Screenshots\training_title_play_game_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2392" y="2008537"/>
            <a:ext cx="6025896" cy="33895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58968" y="6025896"/>
            <a:ext cx="5952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Unity screenshot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Title &amp; Wrap-up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TrainingMaterials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第6回 タイトル画面と全体まとめ</dc:title>
  <dc:subject>第6回 タイトル画面と全体まとめ</dc:subject>
  <dc:creator>Codex / RollABallTemplate</dc:creator>
  <cp:lastModifiedBy>Codex / RollABallTemplate</cp:lastModifiedBy>
  <cp:revision>1</cp:revision>
  <dcterms:created xsi:type="dcterms:W3CDTF">2026-05-05T08:16:28Z</dcterms:created>
  <dcterms:modified xsi:type="dcterms:W3CDTF">2026-05-05T08:16:28Z</dcterms:modified>
</cp:coreProperties>
</file>