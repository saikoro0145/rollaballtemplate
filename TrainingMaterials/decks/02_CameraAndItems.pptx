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01: 前回の状態
ねらい: プレイヤーを見失わないカメラと、触れたら消えるアイテムを追加する。
講師ノート: 前回の成果を短く確認し、今回はゲームらしさを足す回だと位置づける。
話すポイント:
- ボールは入力で動く
- ただしカメラは固定のまま
- 集める対象もまだない
使用スクリーンショット: Assets\Screenshots\training_player_focus.png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02: 今日追加するもの
ねらい: プレイヤーを見失わないカメラと、触れたら消えるアイテムを追加する。
講師ノート: 視点、目的物、見た目の動きの3つを追加する。
話すポイント:
- カメラがプレイヤーを追う
- アイテムに触れると消える
- アイテムが回転・浮遊して見つけやすくなる
使用スクリーンショット: Assets\Screenshots\training_items_focus.png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03: カメラ追従の考え方
ねらい: プレイヤーを見失わないカメラと、触れたら消えるアイテムを追加する。
講師ノート: カメラをプレイヤーの子にする方法ではなく、スクリプトで追う方法を学ぶ。
話すポイント:
- 最初の距離をoffsetとして保存する
- 毎フレーム、Player位置 + offsetへ移動する
- プレイヤーの動きが終わった後に追従する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04: PlayerFollower
ねらい: プレイヤーを見失わないカメラと、触れたら消えるアイテムを追加する。
講師ノート: 参照をInspectorで渡すというUnityらしい接続方法を初めて扱う。
話すポイント:
- Cameraに付けるスクリプト
- PlayerTransformをInspectorで割り当てる
- offsetを内部で保持する
コード抜粋:
public Transform PlayerTransform;
private Vector3 offset;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05: Start()
ねらい: プレイヤーを見失わないカメラと、触れたら消えるアイテムを追加する。
講師ノート: 引き算で差を保存するだけなので、式の意味を画面上で確認する。
話すポイント:
- 開始時の位置差を計算する
- transform.positionは自分自身の位置
- PlayerTransform.positionはプレイヤーの位置
コード抜粋:
private void Start()
{
    offset = transform.position - PlayerTransform.position;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06: LateUpdate()
ねらい: プレイヤーを見失わないカメラと、触れたら消えるアイテムを追加する。
講師ノート: FixedUpdateとの違いを厳密に説明しすぎず、カメラはLateUpdateと覚えさせる。
話すポイント:
- Updateの後に呼ばれる
- プレイヤーの移動後にカメラを合わせる
- カメラのガタつきを抑えやすい
コード抜粋:
private void LateUpdate()
{
    transform.position = PlayerTransform.position + offset;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07: Itemの構成
ねらい: プレイヤーを見失わないカメラと、触れたら消えるアイテムを追加する。
講師ノート: TriggerとTagの設定はコードとセットで見せる。
話すポイント:
- ColliderをTriggerにする
- TagをItemにする
- 見た目はPrefabにして複数配置する
使用スクリーンショット: Assets\Screenshots\training_items_focus.png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08: Tagの役割
ねらい: プレイヤーを見失わないカメラと、触れたら消えるアイテムを追加する。
講師ノート: 配列未満の集合処理として、タグで同じ種類をまとめる感覚を持たせる。
話すポイント:
- 名前ではなくTagで種類を判定する
- Itemタグなら収集対象
- タグを使うと複数アイテムを同じ処理で扱える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09: OnTriggerEnter()
ねらい: プレイヤーを見失わないカメラと、触れたら消えるアイテムを追加する。
講師ノート: OnTriggerEnterはUnityが自動で呼ぶ関数。自分で呼び出す関数ではない点を強調する。
話すポイント:
- Triggerに触れた瞬間に呼ばれる
- otherは触れた相手
- Itemなら処理を行う
コード抜粋:
private void OnTriggerEnter(Collider other)
{
    if (other.CompareTag("Item"))
    {
        Destroy(other.gameObject);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10: CompareTag("Item")
ねらい: プレイヤーを見失わないカメラと、触れたら消えるアイテムを追加する。
講師ノート: 既習のif文とつなげる。条件がtrueのときだけDestroyされる。
話すポイント:
- 条件分岐ifを使う
- 相手がItemかどうかを判定する
- 文字列の打ち間違いに注意する
コード抜粋:
private void OnTriggerEnter(Collider other)
{
    if (other.CompareTag("Item"))
    {
        Destroy(other.gameObject);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11: Destroy()
ねらい: プレイヤーを見失わないカメラと、触れたら消えるアイテムを追加する。
講師ノート: Destroy(other.gameObject)のotherが「触れた相手」であることを確認する。
話すポイント:
- GameObjectをシーンから削除する
- 触れたアイテムだけが消える
- 収集できたことが画面でわかる
使用スクリーンショット: Assets\Screenshots\training_items_focus.png
コード抜粋:
private void OnTriggerEnter(Collider other)
{
    if (other.CompareTag("Item"))
    {
        Destroy(other.gameObject);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12: ItemRotator
ねらい: プレイヤーを見失わないカメラと、触れたら消えるアイテムを追加する。
講師ノート: ゲームロジックではなく見た目を良くするスクリプトとして扱う。
話すポイント:
- アイテムを目立たせる演出用スクリプト
- RotationSpeedで回転速度を調整
- FloatAmplitudeとFloatFrequencyで上下移動を調整
コード抜粋:
public float RotationSpeed = 50f;
public float FloatAmplitude = 0.5f;
public float FloatFrequency = 1f;
private Vector3 initialPosition;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13: 回転と浮遊
ねらい: プレイヤーを見失わないカメラと、触れたら消えるアイテムを追加する。
講師ノート: Sinの数学説明は最小限にし、-1から1を繰り返す波として説明する。
話すポイント:
- Rotateで毎フレーム少し回す
- Mathf.Sinで上下に揺らす
- Time.deltaTimeでフレーム差を吸収する
コード抜粋:
private void Start()
{
    initialPosition = transform.position;
}
private void Update()
{
    transform.Rotate(Vector3.up, RotationSpeed * Time.deltaTime, Space.World);
    transform.position = initialPosition
        + Vector3.up * Mathf.Sin(Time.time * FloatFrequency) * FloatAmplitude;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 カメラ追従とアイテム収集 - Slide 14: 今日の完成形
ねらい: プレイヤーを見失わないカメラと、触れたら消えるアイテムを追加する。
講師ノート: 次回のクリア判定に自然につなげる。
話すポイント:
- カメラがボールを追う
- アイテムに触れると消える
- 次回は全部集めたらクリアにする
使用スクリーンショット: Assets\Screenshots\training_ingame_play_gameplay.png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前回の状態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ボールは入力で動く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ただしカメラは固定のまま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集める対象もまだない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player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336031"/>
            <a:ext cx="6025896" cy="27345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今日追加するもの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カメラがプレイヤーを追う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アイテムに触れると消える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アイテムが回転・浮遊して見つけやすくなる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tems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336031"/>
            <a:ext cx="6025896" cy="27345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カメラ追従の考え方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最初の距離をoffsetとして保存する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毎フレーム、Player位置 + offsetへ移動する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プレイヤーの動きが終わった後に追従する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Camera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offset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PlayerFollower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Cameraに付けるスクリプト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PlayerTransformをInspectorで割り当てる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offsetを内部で保持する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Transform PlayerTransform;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Vector3 offset;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開始時の位置差を計算する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transform.positionは自分自身の位置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PlayerTransform.positionはプレイヤーの位置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Start()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offset = transform.position - PlayerTransform.position;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followerStart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LateUpdate()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Updateの後に呼ばれる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プレイヤーの移動後にカメラを合わせる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カメラのガタつきを抑えやすい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LateUpdate()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PlayerTransform.position + offset;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followerLate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Itemの構成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ColliderをTriggerにする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TagをItemにする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見た目はPrefabにして複数配置する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tems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336031"/>
            <a:ext cx="6025896" cy="27345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Tagの役割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名前ではなくTagで種類を判定する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Itemタグなら収集対象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タグを使うと複数アイテムを同じ処理で扱える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Collider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CompareTag("Item")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Destroy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OnTriggerEnter()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Triggerに触れた瞬間に呼ばれる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otherは触れた相手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Itemなら処理を行う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OnTriggerEnter(Collider other)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(other.CompareTag("Item"))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Destroy(other.gameObject);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playerTrigger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CompareTag("Item")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条件分岐ifを使う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相手がItemかどうかを判定する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文字列の打ち間違いに注意する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OnTriggerEnter(Collider other)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(other.CompareTag("Item"))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Destroy(other.gameObject);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playerTrigger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Destroy()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GameObjectをシーンから削除する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触れたアイテムだけが消える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収集できたことが画面でわかる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OnTriggerEnter(Collider other)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(other.CompareTag("Item"))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Destroy(other.gameObject);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playerTrigger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ItemRotator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アイテムを目立たせる演出用スクリプト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RotationSpeedで回転速度を調整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FloatAmplitudeとFloatFrequencyで上下移動を調整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RotationSpeed = 50f;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FloatAmplitude = 0.5f;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FloatFrequency = 1f;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Vector3 initialPosition;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回転と浮遊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Rotateで毎フレーム少し回す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Mathf.Sinで上下に揺らす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Time.deltaTimeでフレーム差を吸収する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Start()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initialPosition = transform.position;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transform.Rotate(Vector3.up, RotationSpeed * Time.deltaTime, Space.World);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initialPosition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Vector3.up * Mathf.Sin(Time.time * FloatFrequency) * FloatAmplitude;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itemUpdate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 カメラ追従とアイテム収集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今日の完成形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カメラがボールを追う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アイテムに触れると消える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次回は全部集めたらクリアにする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Camera &amp; Items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TrainingMaterials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第2回 カメラ追従とアイテム収集</dc:title>
  <dc:subject>第2回 カメラ追従とアイテム収集</dc:subject>
  <dc:creator>Codex / RollABallTemplate</dc:creator>
  <cp:lastModifiedBy>Codex / RollABallTemplate</cp:lastModifiedBy>
  <cp:revision>1</cp:revision>
  <dcterms:created xsi:type="dcterms:W3CDTF">2026-05-05T08:16:27Z</dcterms:created>
  <dcterms:modified xsi:type="dcterms:W3CDTF">2026-05-05T08:16:27Z</dcterms:modified>
</cp:coreProperties>
</file>