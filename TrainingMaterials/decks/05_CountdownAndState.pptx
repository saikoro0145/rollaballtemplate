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01: 前回の状態
ねらい: 開始前のカウントダウンとGameStateで、ゲームの流れを明確に制御する。
講師ノート: 開始直後に動ける問題を体験させ、カウントダウンの必要性を出す。
話すポイント:
- 成功・失敗・リトライができる
- ただし開始直後から動ける
- 開始前の準備時間がない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02: 今日追加するもの
ねらい: 開始前のカウントダウンとGameStateで、ゲームの流れを明確に制御する。
講師ノート: この回は少し抽象度が上がるため、画面の変化から入る。
話すポイント:
- 3,2,1,Go!を表示する
- カウント中はプレイヤーを動けなくする
- GameStateで流れを整理する
使用スクリーンショット: Assets\Screenshots\training_ingame_play_countdown.png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03: 開始前に動ける問題
ねらい: 開始前のカウントダウンとGameStateで、ゲームの流れを明確に制御する。
講師ノート: 状態を分ける理由を、実際の不具合として説明する。
話すポイント:
- プレイヤーが準備前に移動できる
- タイマー開始とのズレが起きる
- 開始状態を明確に分ける必要がある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04: CanMove
ねらい: 開始前のカウントダウンとGameStateで、ゲームの流れを明確に制御する。
講師ノート: 第1回で先に入れたCanMoveの意味をここで回収する。
話すポイント:
- falseならFixedUpdateをすぐ抜ける
- trueになったら入力を読む
- Managerがタイミングを決める
コード抜粋:
private void FixedUpdate()
{
    if (!CanMove) return;
    Vector2 input = moveAction.ReadValue&lt;Vector2&gt;();
    Vector3 movement = new Vector3(input.x, 0, input.y) * Speed;
    rb.AddForce(movement);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05: CountDownController
ねらい: 開始前のカウントダウンとGameStateで、ゲームの流れを明確に制御する。
講師ノート: タイマーと同じく、UI表示を担当する専用スクリプトとして扱う。
話すポイント:
- 表示だけを担当するスクリプト
- CountDownTimeで秒数を設定する
- CountDownTextに数字を表示する
コード抜粋:
public int CountDownTime = 3;
private int currentCountDownTime = 0;
public TMP_Text CountDownText;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06: カウントダウン変数
ねらい: 開始前のカウントダウンとGameStateで、ゲームの流れを明確に制御する。
講師ノート: publicとprivateの違いを再確認する。
話すポイント:
- CountDownTimeは開始秒数
- currentCountDownTimeは内部で減らす値
- TextはInspectorで接続する
コード抜粋:
public int CountDownTime = 3;
private int currentCountDownTime = 0;
public TMP_Text CountDownText;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07: コルーチンとは
ねらい: 開始前のカウントダウンとGameStateで、ゲームの流れを明確に制御する。
講師ノート: while文は学習済みなので、whileの中で1秒待つ処理として見せる。
話すポイント:
- 途中で待てる処理
- yield returnで一時停止する
- ゲーム全体は止めずに時間待ちできる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08: StartCountDown()
ねらい: 開始前のカウントダウンとGameStateで、ゲームの流れを明確に制御する。
講師ノート: 処理の順番を声に出して追う。構文の細部より流れを優先する。
話すポイント:
- whileで0になるまで繰り返す
- WaitForSeconds(1f)で1秒待つ
- 最後にGo!を表示して非表示にする
コード抜粋:
public IEnumerator StartCountDown()
{
    currentCountDownTime = CountDownTime;
    while (currentCountDownTime &gt; 0)
    {
        CountDownText.text = currentCountDownTime.ToString();
        yield return new WaitForSeconds(1f);
        currentCountDownTime--;
    }
    CountDownText.text = "Go!";
    yield return new WaitForSeconds(1f);
    CountDownText.gameObject.SetActive(false);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09: GameStart()
ねらい: 開始前のカウントダウンとGameStateで、ゲームの流れを明確に制御する。
講師ノート: yield return StartCoroutineで「別の待てる処理を待つ」と説明する。
話すポイント:
- CountDownControllerの処理が終わるまで待つ
- 終わったらPlayingへ切り替える
- 開始処理を1か所に集める
コード抜粋:
private IEnumerator GameStart()
{
    yield return StartCoroutine(CountDownController.StartCountDown());
    ChangeState(GameState.Playing);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10: 状態管理の必要性
ねらい: 開始前のカウントダウンとGameStateで、ゲームの流れを明確に制御する。
講師ノート: 複雑に見えるが、ifが増えすぎるのを整理する道具として導入する。
話すポイント:
- 開始中、プレイ中、クリア、ゲームオーバーで処理が違う
- 今どの状態かを変数で持つ
- 状態ごとの処理をまとめる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11: enum GameState
ねらい: 開始前のカウントダウンとGameStateで、ゲームの流れを明確に制御する。
講師ノート: enumは深入りせず、選択肢を名前でまとめるものとして説明する。
話すポイント:
- 状態名をまとめて定義する
- 文字列より間違いにくい
- currentStateに現在の状態を保存する
コード抜粋:
private enum GameState
{
    GameStart,
    Playing,
    GameClear,
    GameOver
}
private GameState currentState = GameState.GameStart;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12: ChangeState()
ねらい: 開始前のカウントダウンとGameStateで、ゲームの流れを明確に制御する。
講師ノート: switchはifが複数並ぶ場合の整理方法として説明する。
話すポイント:
- 状態を更新する
- switchで状態ごとの処理を分ける
- 開始・プレイ・終了処理の入口にする
コード抜粋:
case GameState.Playing:
    PlayerController.CanMove = true;
    TimerController.StartTimer();
    break;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13: switchで整理
ねらい: 開始前のカウントダウンとGameStateで、ゲームの流れを明確に制御する。
講師ノート: 全体の流れを1枚で復習する。
話すポイント:
- GameStartでカウントダウン開始
- Playingで移動とタイマー開始
- GameClear/GameOverで停止と表示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第5回 カウントダウンと状態管理 - Slide 14: 今日の完成形
ねらい: 開始前のカウントダウンとGameStateで、ゲームの流れを明確に制御する。
講師ノート: 最終回でタイトル画面を付ければ、開始から終了までの流れが完成する。
話すポイント:
- 開始前にカウントダウンする
- Go!後に操作とタイマーが始まる
- ゲームの状態が整理された
使用スクリーンショット: Assets\Screenshots\training_ingame_play_countdown.png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前回の状態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成功・失敗・リトライができる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ただし開始直後から動ける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開始前の準備時間がない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今日追加するもの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3,2,1,Go!を表示する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カウント中はプレイヤーを動けなくする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GameStateで流れを整理する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開始前に動ける問題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プレイヤーが準備前に移動できる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タイマー開始とのズレが起きる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開始状態を明確に分ける必要がある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 / GameOver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CanMove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falseならFixedUpdateをすぐ抜ける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trueになったら入力を読む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Managerがタイミングを決める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FixedUpdate()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(!CanMove) return;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input = moveAction.ReadValue&lt;Vector2&gt;();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movement = new Vector3(input.x, 0, input.y) * Speed;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rb.AddForce(movement);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CountDownController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表示だけを担当するスクリプト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CountDownTimeで秒数を設定する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CountDownTextに数字を表示する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CountDownTime = 3;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currentCountDownTime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CountDownText;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カウントダウン変数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CountDownTimeは開始秒数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currentCountDownTimeは内部で減らす値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TextはInspectorで接続する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CountDownTime = 3;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currentCountDownTime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CountDownText;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コルーチンとは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途中で待てる処理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yield returnで一時停止する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ゲーム全体は止めずに時間待ちできる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1秒待つ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減らす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StartCountDown()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whileで0になるまで繰り返す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WaitForSeconds(1f)で1秒待つ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最後にGo!を表示して非表示にする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IEnumerator StartCountDown()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currentCountDownTime = CountDownTime;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(currentCountDownTime &gt;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CountDownText.text = currentCountDownTime.ToString();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new WaitForSeconds(1f);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currentCountDownTime--;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CountDownText.text = "Go!";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WaitForSeconds(1f);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CountDownText.gameObject.SetActive(false);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countdownMethod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GameStart()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CountDownControllerの処理が終わるまで待つ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終わったらPlayingへ切り替える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開始処理を1か所に集める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IEnumerator GameStart()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StartCoroutine(CountDownController.StartCountDown());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ChangeState(GameState.Playing);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managerGameStart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状態管理の必要性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開始中、プレイ中、クリア、ゲームオーバーで処理が違う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今どの状態かを変数で持つ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状態ごとの処理をまとめる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9679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994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72484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82212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5364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7900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67628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0780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43316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5304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F1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619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B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enum GameState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状態名をまとめて定義する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文字列より間違いにくい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currentStateに現在の状態を保存する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enum GameState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GameStart,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GameClear,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GameState currentState = GameState.GameStart;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managerEnum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ChangeState()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状態を更新する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switchで状態ごとの処理を分ける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開始・プレイ・終了処理の入口にする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GameState.Playing: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PlayerController.CanMove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TimerController.StartTimer();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managerPlaying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switchで整理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1155680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GameStartでカウントダウン開始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Playingで移動とタイマー開始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GameClear/GameOverで停止と表示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89504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2F7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GameStart -&gt; Countdown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9EEF6"/>
          </a:solidFill>
          <a:ln w="17780">
            <a:solidFill>
              <a:srgbClr val="273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3C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 -&gt; Move + Timer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0608" y="3925519"/>
            <a:ext cx="91440" cy="0"/>
          </a:xfrm>
          <a:prstGeom prst="line">
            <a:avLst/>
          </a:prstGeom>
          <a:noFill/>
          <a:ln w="17780">
            <a:solidFill>
              <a:srgbClr val="62676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0336" y="3586277"/>
            <a:ext cx="2057400" cy="678485"/>
          </a:xfrm>
          <a:prstGeom prst="roundRect">
            <a:avLst>
              <a:gd name="adj" fmla="val 8086"/>
            </a:avLst>
          </a:prstGeom>
          <a:solidFill>
            <a:srgbClr val="E5F0EA"/>
          </a:solidFill>
          <a:ln w="17780">
            <a:solidFill>
              <a:srgbClr val="D96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3731666"/>
            <a:ext cx="1911096" cy="3877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End -&gt; Stop + Show UI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カウントダウンと状態管理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今日の完成形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開始前にカウントダウンする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Go!後に操作とタイマーが始まる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ゲームの状態が整理された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Countdown &amp; State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第5回 カウントダウンと状態管理</dc:title>
  <dc:subject>第5回 カウントダウンと状態管理</dc:subject>
  <dc:creator>Codex / RollABallTemplate</dc:creator>
  <cp:lastModifiedBy>Codex / RollABallTemplate</cp:lastModifiedBy>
  <cp:revision>1</cp:revision>
  <dcterms:created xsi:type="dcterms:W3CDTF">2026-05-05T08:16:28Z</dcterms:created>
  <dcterms:modified xsi:type="dcterms:W3CDTF">2026-05-05T08:16:28Z</dcterms:modified>
</cp:coreProperties>
</file>