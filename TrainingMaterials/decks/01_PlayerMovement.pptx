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01: 完成形の提示
ねらい: 完成形を見せたうえで、ボールを動かす最小構成を作る。
講師ノート: 最初にゴールを見せる。今日すべてを理解する必要はなく、毎回1つずつ部品を足す方針を伝える。
話すポイント:
- 最終的にはタイトル画面からゲームへ移動する
- ボールを動かし、アイテムを集め、結果を表示する
- 6回かけて小さな機能を順番に足していく
使用スクリーンショット: Assets\Screenshots\training_title_play_game_view.png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02: 今日作るもの
ねらい: 完成形を見せたうえで、ボールを動かす最小構成を作る。
講師ノート: 完成形とのギャップを示し、今日はプレイヤー移動だけに絞ると宣言する。
話すポイント:
- ボールが入力で動く最小ゲーム
- アイテム・タイマー・タイトルはまだ扱わない
- 「入力を読む」「力を加える」だけに集中する
使用スクリーンショット: Assets\Screenshots\training_player_focus.png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03: Unityの基本単位
ねらい: 完成形を見せたうえで、ボールを動かす最小構成を作る。
講師ノート: クラス未学習のため、Scriptは「部品」と説明する。MonoBehaviourの詳細説明は避ける。
話すポイント:
- GameObject: 画面に置くもの
- Component: GameObjectに付ける機能
- Script: 自分で作るComponent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04: 最小シーン構成
ねらい: 完成形を見せたうえで、ボールを動かす最小構成を作る。
講師ノート: Sceneビューで最低限必要なものを確認し、情報量を増やしすぎない。
話すポイント:
- 床、プレイヤー、カメラがあれば動きが確認できる
- まずは見える・動く状態を優先する
- UIやゲーム管理は後の回で追加する
使用スクリーンショット: Assets\Screenshots\training_ingame_scene_overview.png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05: Playerに必要な部品
ねらい: 完成形を見せたうえで、ボールを動かす最小構成を作る。
講師ノート: Rigidbodyは「物理計算をUnityに任せる部品」と説明する。
話すポイント:
- Sphere: 見た目
- Rigidbody: 物理で動くための部品
- PlayerController: 入力を読み、力を加える部品
使用スクリーンショット: Assets\Screenshots\training_player_focus.png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06: 入力の考え方
ねらい: 完成形を見せたうえで、ボールを動かす最小構成を作る。
講師ノート: Vector2とVector3は数値のセットとして説明し、数学的な厳密さより使い方を優先する。
話すポイント:
- キーボード入力はVector2で受け取る
- 横方向をx、前後方向をyとして読む
- 3D空間ではxとzに変換する
コード抜粋:
private void FixedUpdate()
{
    if (!CanMove) return;
    Vector2 input = moveAction.ReadValue&lt;Vector2&gt;();
    Vector3 movement = new Vector3(input.x, 0, input.y) * Speed;
    rb.AddForce(movement);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07: PlayerController v1
ねらい: 完成形を見せたうえで、ボールを動かす最小構成を作る。
講師ノート: ファイル全体を一気に読ませず、変数、Start、FixedUpdateに分けて見る。
話すポイント:
- 移動に必要な変数を先に用意する
- Startで部品を取得する
- FixedUpdateで入力に応じて力を加える
コード抜粋:
public float Speed = 5f;
private Rigidbody rb;
private InputAction moveAction;
public bool CanMove = false;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08: 変数の準備
ねらい: 完成形を見せたうえで、ボールを動かす最小構成を作る。
講師ノート: public/privateは「Inspectorで触るか、内部だけで使うか」の違いとして扱う。
話すポイント:
- Speed: 調整したいのでpublic
- rb: Rigidbodyを後で使うため保存
- moveAction: 入力設定のMoveを保存
コード抜粋:
public float Speed = 5f;
private Rigidbody rb;
private InputAction moveAction;
public bool CanMove = false;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09: Start()
ねらい: 完成形を見せたうえで、ボールを動かす最小構成を作る。
講師ノート: Startは初期準備の場所。毎フレームやる必要がない取得処理をここに置く。
話すポイント:
- ゲーム開始時に一度だけ呼ばれる
- GetComponentで同じGameObjectのRigidbodyを取得
- InputSystemからMoveアクションを探す
コード抜粋:
private void Start()
{
    rb = GetComponent&lt;Rigidbody&gt;();
    moveAction = InputSystem.actions.FindAction("Move");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10: FixedUpdate()
ねらい: 完成形を見せたうえで、ボールを動かす最小構成を作る。
講師ノート: CanMoveはこの時点では一旦trueにして動作確認してよい。第5回で意味を回収する。
話すポイント:
- 物理を使う処理はFixedUpdateに書く
- 入力を毎回読み取る
- CanMoveは第5回で効いてくる停止スイッチ
コード抜粋:
private void FixedUpdate()
{
    if (!CanMove) return;
    Vector2 input = moveAction.ReadValue&lt;Vector2&gt;();
    Vector3 movement = new Vector3(input.x, 0, input.y) * Speed;
    rb.AddForce(movement);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11: 入力を3D移動に変換
ねらい: 完成形を見せたうえで、ボールを動かす最小構成を作る。
講師ノート: 2D入力のyと3D座標のyが違う点は混乱しやすいので、画面に軸を描いて説明する。
話すポイント:
- input.xを横移動へ使う
- input.yをz方向へ使う
- y方向はジャンプではないので0にする
コード抜粋:
private void FixedUpdate()
{
    if (!CanMove) return;
    Vector2 input = moveAction.ReadValue&lt;Vector2&gt;();
    Vector3 movement = new Vector3(input.x, 0, input.y) * Speed;
    rb.AddForce(movement);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12: ボールを動かす
ねらい: 完成形を見せたうえで、ボールを動かす最小構成を作る。
講師ノート: position変更との比較は深入りせず、今回は物理で転がすゲームなのでAddForceを使うと説明する。
話すポイント:
- AddForceでRigidbodyに力を加える
- 直接positionを書き換えない
- 物理らしい加速と減速が得られる
コード抜粋:
private void FixedUpdate()
{
    if (!CanMove) return;
    Vector2 input = moveAction.ReadValue&lt;Vector2&gt;();
    Vector3 movement = new Vector3(input.x, 0, input.y) * Speed;
    rb.AddForce(movement);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13: Inspectorで調整
ねらい: 完成形を見せたうえで、ボールを動かす最小構成を作る。
講師ノート: コードとInspectorがつながっている実感を持たせる。
話すポイント:
- Speedを変えると体感が変わる
- 値を変えてすぐ確認できるのがpublic変数の利点
- 講義では5前後を基準にする
使用スクリーンショット: Assets\Screenshots\training_player_focus.png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プレイヤー移動だけの最小ゲーム - Slide 14: 今日の完成形
ねらい: 完成形を見せたうえで、ボールを動かす最小構成を作る。
講師ノート: 第1回はゲームとして未完成でよい。最小の成功体験で終える。
話すポイント:
- ボールが入力で動く
- プレイヤー移動の基本ができた
- 次回はカメラ追従とアイテム収集を追加する
使用スクリーンショット: Assets\Screenshots\training_ingame_play_gameplay.png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ghay\source\repos\RollABallTemplate\Assets\Screenshots\training_title_play_game_view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6126480" y="411480"/>
            <a:ext cx="5577840" cy="5074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>
              <a:alpha val="92000"/>
            </a:srgbClr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" y="566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105156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完成形の提示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58368" y="250545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3200400"/>
            <a:ext cx="489204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最終的にはタイトル画面からゲームへ移動する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ボールを動かし、アイテムを集め、結果を表示する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6回かけて小さな機能を順番に足していく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新人研修 / 95分 x 6回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今日作るもの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ボールが入力で動く最小ゲーム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アイテム・タイマー・タイトルはまだ扱わない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「入力を読む」「力を加える」だけに集中する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player_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336031"/>
            <a:ext cx="6025896" cy="27345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Unityの基本単位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GameObject: 画面に置くもの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Component: GameObjectに付ける機能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Script: 自分で作るComponent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GameObject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Script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最小シーン構成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床、プレイヤー、カメラがあれば動きが確認できる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まずは見える・動く状態を優先する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UIやゲーム管理は後の回で追加する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scene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336031"/>
            <a:ext cx="6025896" cy="27345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Playerに必要な部品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Sphere: 見た目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Rigidbody: 物理で動くための部品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PlayerController: 入力を読み、力を加える部品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player_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336031"/>
            <a:ext cx="6025896" cy="27345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入力の考え方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キーボード入力はVector2で受け取る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横方向をx、前後方向をyとして読む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3D空間ではxとzに変換する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Input Vector2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Vector3 movement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Rigidbody.AddForce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4407408"/>
            <a:ext cx="5074920" cy="1572768"/>
          </a:xfrm>
          <a:prstGeom prst="roundRect">
            <a:avLst>
              <a:gd name="adj" fmla="val 2326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4608576"/>
            <a:ext cx="474573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FixedUpdate()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(!CanMove) return;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 input = moveAction.ReadValue&lt;Vector2&gt;();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movement = new Vector3(input.x, 0, input.y) * Speed;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rb.AddForce(movement);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92824" y="4462272"/>
            <a:ext cx="4782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playerMove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PlayerController v1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移動に必要な変数を先に用意する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Startで部品を取得する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FixedUpdateで入力に応じて力を加える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Speed = 5f;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Rigidbody rb;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InputAction moveAction;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CanMove = false;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playerFields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変数の準備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Speed: 調整したいのでpublic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rb: Rigidbodyを後で使うため保存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moveAction: 入力設定のMoveを保存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Speed = 5f;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Rigidbody rb;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InputAction moveAction;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CanMove = false;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playerFields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ゲーム開始時に一度だけ呼ばれる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GetComponentで同じGameObjectのRigidbodyを取得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InputSystemからMoveアクションを探す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Start()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moveAction = InputSystem.actions.FindAction("Move");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playerStart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FixedUpdate()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物理を使う処理はFixedUpdateに書く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入力を毎回読み取る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CanMoveは第5回で効いてくる停止スイッチ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FixedUpdate()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(!CanMove) return;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 input = moveAction.ReadValue&lt;Vector2&gt;();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movement = new Vector3(input.x, 0, input.y) * Speed;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rb.AddForce(movement);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playerMove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入力を3D移動に変換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input.xを横移動へ使う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input.yをz方向へ使う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y方向はジャンプではないので0にする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FixedUpdate()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(!CanMove) return;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 input = moveAction.ReadValue&lt;Vector2&gt;();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movement = new Vector3(input.x, 0, input.y) * Speed;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rb.AddForce(movement);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playerMove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ボールを動かす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AddForceでRigidbodyに力を加える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直接positionを書き換えない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物理らしい加速と減速が得られる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FixedUpdate()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(!CanMove) return;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 input = moveAction.ReadValue&lt;Vector2&gt;();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movement = new Vector3(input.x, 0, input.y) * Speed;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rb.AddForce(movement);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playerMove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Inspectorで調整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Speedを変えると体感が変わる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値を変えてすぐ確認できるのがpublic変数の利点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講義では5前後を基準にする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player_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336031"/>
            <a:ext cx="6025896" cy="27345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 プレイヤー移動だけの最小ゲーム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今日の完成形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ボールが入力で動く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プレイヤー移動の基本ができた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次回はカメラ追従とアイテム収集を追加する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play_gam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Player Movement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TrainingMaterials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第1回 プレイヤー移動だけの最小ゲーム</dc:title>
  <dc:subject>第1回 プレイヤー移動だけの最小ゲーム</dc:subject>
  <dc:creator>Codex / RollABallTemplate</dc:creator>
  <cp:lastModifiedBy>Codex / RollABallTemplate</cp:lastModifiedBy>
  <cp:revision>1</cp:revision>
  <dcterms:created xsi:type="dcterms:W3CDTF">2026-05-05T08:16:27Z</dcterms:created>
  <dcterms:modified xsi:type="dcterms:W3CDTF">2026-05-05T08:16:27Z</dcterms:modified>
</cp:coreProperties>
</file>