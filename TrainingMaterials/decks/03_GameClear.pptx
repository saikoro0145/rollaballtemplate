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01: 前回の状態
ねらい: 全アイテム取得を判定し、クリア表示とプレイヤー停止まで作る。
講師ノート: 「終わりがない」状態を見せ、管理役の必要性を自然に出す。
話すポイント:
- アイテムに触れると消える
- ただし全て取っても何も起きない
- ゲームの終わりを管理する係が必要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02: 今日追加するもの
ねらい: 全アイテム取得を判定し、クリア表示とプレイヤー停止まで作る。
講師ノート: 第3回ではタイマーはまだ扱わず、クリア判定に集中する。
話すポイント:
- 残りアイテム数を確認する
- 0個ならゲームクリアにする
- クリア表示とプレイヤー停止を行う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03: ゲーム全体を見る係
ねらい: 全アイテム取得を判定し、クリア表示とプレイヤー停止まで作る。
講師ノート: クラス設計の深い話ではなく、係分担として説明する。
話すポイント:
- PlayerControllerはプレイヤーだけを見る
- InGameManagerはゲーム全体の流れを見る
- 役割を分けるとコードが追いやすい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04: UIの準備
ねらい: 全アイテム取得を判定し、クリア表示とプレイヤー停止まで作る。
講師ノート: UIはTextMeshProを前提に説明する。
話すポイント:
- GameClearTextを画面に置く
- 最初は非表示にする
- クリア時だけ表示する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05: Inspector参照
ねらい: 全アイテム取得を判定し、クリア表示とプレイヤー停止まで作る。
講師ノート: スクリプト同士の接続は、直接newしない。Unity上の部品をInspectorで結ぶ。
話すポイント:
- ManagerからPlayerControllerを参照する
- GameClearTextも参照する
- public変数にドラッグ&amp;ドロップで接続する
コード抜粋:
public CountDownController CountDownController;
public PlayerController PlayerController;
public TimerController TimerController;
public TMP_Text GameClearText;
public TMP_Text ResultText;
public TMP_Text GameOverText;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06: InGameManager.Start()
ねらい: 全アイテム取得を判定し、クリア表示とプレイヤー停止まで作る。
講師ノート: Startはこの回でも初期化の場所として使う。
話すポイント:
- 最初にクリア表示を隠す
- ゲーム開始状態へ切り替える
- 開始時の画面を整える
コード抜粋:
private void Start()
{
    GameClearText.gameObject.SetActive(false);
    GameOverText.gameObject.SetActive(false);
    ChangeState(GameState.GameStart);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07: 毎フレーム確認する
ねらい: 全アイテム取得を判定し、クリア表示とプレイヤー停止まで作る。
講師ノート: 配列学習済みなのでLengthとつなげる。FindGameObjectsWithTagの戻り値は配列として説明する。
話すポイント:
- プレイ中だけ確認する
- FindGameObjectsWithTagでItemを集める
- Lengthで個数を取る
コード抜粋:
private void Update()
{
    if (currentState == GameState.Playing)
    {
        int itemCount = GameObject.FindGameObjectsWithTag("Item").Length;
        if (itemCount == 0) ChangeState(GameState.GameClear);
        if (PlayerController.transform.position.y &lt; -10f) ChangeState(GameState.GameOver);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08: Item数を数える
ねらい: 全アイテム取得を判定し、クリア表示とプレイヤー停止まで作る。
講師ノート: 「配列の長さ」を実ゲーム内の残り数として使う例にする。
話すポイント:
- Itemタグのオブジェクトを配列で受け取る
- Lengthが残り個数になる
- Destroyされると次の確認で数が減る
コード抜粋:
private void Update()
{
    if (currentState == GameState.Playing)
    {
        int itemCount = GameObject.FindGameObjectsWithTag("Item").Length;
        if (itemCount == 0) ChangeState(GameState.GameClear);
        if (PlayerController.transform.position.y &lt; -10f) ChangeState(GameState.GameOver);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09: クリア条件
ねらい: 全アイテム取得を判定し、クリア表示とプレイヤー停止まで作る。
講師ノート: 既習のif文をゲームのゴールに接続する。
話すポイント:
- if (itemCount == 0)
- 条件が成立したら状態を切り替える
- 条件分岐の実用例として扱う
コード抜粋:
private void Update()
{
    if (currentState == GameState.Playing)
    {
        int itemCount = GameObject.FindGameObjectsWithTag("Item").Length;
        if (itemCount == 0) ChangeState(GameState.GameClear);
        if (PlayerController.transform.position.y &lt; -10f) ChangeState(GameState.GameOver);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10: クリア表示
ねらい: 全アイテム取得を判定し、クリア表示とプレイヤー停止まで作る。
講師ノート: 表示と入力停止を同じタイミングで行う意味を説明する。
話すポイント:
- GameClearTextをSetActive(true)
- プレイヤーを動けない状態にする
- クリア後に余計な操作ができないようにする
コード抜粋:
case GameState.GameClear:
    PlayerController.CanMove = false;
    TimerController.StopTimer();
    GameClearText.gameObject.SetActive(true);
    PlayerController.FreezePlayer();
    ResultText.text = $"Time: {TimerController.CurrentTime.ToString("F2")}s";
    break;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11: プレイヤーを止める理由
ねらい: 全アイテム取得を判定し、クリア表示とプレイヤー停止まで作る。
講師ノート: 止める処理は演出ではなく状態管理の一部として扱う。
話すポイント:
- クリア後も動けると状態が曖昧になる
- ゲーム終了時の操作を止める
- 見た目にも終了が分かりやすい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12: FreezePlayer()
ねらい: 全アイテム取得を判定し、クリア表示とプレイヤー停止まで作る。
講師ノート: 関数を外から呼ぶ例。public関数の理由をここで示す。
話すポイント:
- RigidbodyConstraints.FreezeAllを使う
- 位置と回転を固定する
- ManagerからPlayerControllerの関数を呼ぶ
コード抜粋:
public void FreezePlayer()
{
    rb.constraints = RigidbodyConstraints.FreezeAll;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13: ファイル間の呼び出し
ねらい: 全アイテム取得を判定し、クリア表示とプレイヤー停止まで作る。
講師ノート: クラス未習でも「別ファイルの機能を呼ぶ」として理解できるようにする。
話すポイント:
- InGameManagerがPlayerController.FreezePlayerを呼ぶ
- 一方のスクリプトが全てを抱え込まない
- 参照が必要なものはInspectorで接続する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 ゲームクリア判定 - Slide 14: 今日の完成形
ねらい: 全アイテム取得を判定し、クリア表示とプレイヤー停止まで作る。
講師ノート: ゲームとして初めて明確なゴールができたことを確認する。
話すポイント:
- 全アイテム取得でクリア表示
- プレイヤーが停止する
- 次回は時間計測・ゲームオーバー・リトライを追加する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前回の状態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アイテムに触れると消える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ただし全て取っても何も起きない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ゲームの終わりを管理する係が必要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今日追加するもの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残りアイテム数を確認する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0個ならゲームクリアにする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クリア表示とプレイヤー停止を行う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ゲーム全体を見る係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PlayerControllerはプレイヤーだけを見る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InGameManagerはゲーム全体の流れを見る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役割を分けるとコードが追いやすい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 / Items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UIの準備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GameClearTextを画面に置く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最初は非表示にする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クリア時だけ表示する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Inspector参照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ManagerからPlayerControllerを参照する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GameClearTextも参照する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public変数にドラッグ&amp;ドロップで接続する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CountDownController CountDownController;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PlayerController PlayerController;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TimerController TimerController;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GameClearText;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ResultText;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GameOverText;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InGameManager.Start()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最初にクリア表示を隠す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ゲーム開始状態へ切り替える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開始時の画面を整える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GameClearText.gameObject.SetActive(false);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GameOverText.gameObject.SetActive(false);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ChangeState(GameState.GameStart);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managerStart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毎フレーム確認する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プレイ中だけ確認する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FindGameObjectsWithTagでItemを集める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Lengthで個数を取る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(currentState == GameState.Playing)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itemCount = GameObject.FindGameObjectsWithTag("Item").Length;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(itemCount == 0) ChangeState(GameState.GameClear);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(PlayerController.transform.position.y &lt; -10f) ChangeState(GameState.GameOver);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Item数を数える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Itemタグのオブジェクトを配列で受け取る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Lengthが残り個数になる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Destroyされると次の確認で数が減る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(currentState == GameState.Playing)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itemCount = GameObject.FindGameObjectsWithTag("Item").Length;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(itemCount == 0) ChangeState(GameState.GameClear);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(PlayerController.transform.position.y &lt; -10f) ChangeState(GameState.GameOver);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クリア条件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 (itemCount == 0)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条件が成立したら状態を切り替える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条件分岐の実用例として扱う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(currentState == GameState.Playing)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itemCount = GameObject.FindGameObjectsWithTag("Item").Length;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(itemCount == 0) ChangeState(GameState.GameClear);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(PlayerController.transform.position.y &lt; -10f) ChangeState(GameState.GameOver);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クリア表示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GameClearTextをSetActive(true)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プレイヤーを動けない状態にする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クリア後に余計な操作ができないようにする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GameState.GameClear: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PlayerController.CanMove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TimerController.StopTimer();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GameClearText.gameObject.SetActive(true);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PlayerController.FreezePlayer();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ResultText.text = $"Time: {TimerController.CurrentTime.ToString("F2")}s";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managerClear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プレイヤーを止める理由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クリア後も動けると状態が曖昧になる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ゲーム終了時の操作を止める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見た目にも終了が分かりやすい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CanMove = false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FreezePlayer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FreezePlayer()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RigidbodyConstraints.FreezeAllを使う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位置と回転を固定する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ManagerからPlayerControllerの関数を呼ぶ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FreezePlayer()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RigidbodyConstraints.FreezeAll;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freeze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ファイル間の呼び出し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InGameManagerがPlayerController.FreezePlayerを呼ぶ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一方のスクリプトが全てを抱え込まない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参照が必要なものはInspectorで接続する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FreezePlayer()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 ゲームクリア判定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今日の完成形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全アイテム取得でクリア表示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プレイヤーが停止する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次回は時間計測・ゲームオーバー・リトライを追加する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Game Clear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TrainingMaterials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第3回 ゲームクリア判定</dc:title>
  <dc:subject>第3回 ゲームクリア判定</dc:subject>
  <dc:creator>Codex / RollABallTemplate</dc:creator>
  <cp:lastModifiedBy>Codex / RollABallTemplate</cp:lastModifiedBy>
  <cp:revision>1</cp:revision>
  <dcterms:created xsi:type="dcterms:W3CDTF">2026-05-05T08:16:27Z</dcterms:created>
  <dcterms:modified xsi:type="dcterms:W3CDTF">2026-05-05T08:16:27Z</dcterms:modified>
</cp:coreProperties>
</file>