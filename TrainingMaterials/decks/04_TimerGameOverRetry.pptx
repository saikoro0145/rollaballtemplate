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01: 前回の状態
ねらい: 時間計測、落下ゲームオーバー、リトライボタンでゲームの失敗と再挑戦を作る。
講師ノート: 成功だけでなく失敗と記録があるとゲームらしくなると導入する。
話すポイント:
- 全部集めるとクリアできる
- ただし時間は記録されない
- 落下しても失敗にならない
使用スクリーンショット: Assets\Screenshots\training_ingame_play_gameplay.png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02: 今日追加するもの
ねらい: 時間計測、落下ゲームオーバー、リトライボタンでゲームの失敗と再挑戦を作る。
講師ノート: 画面上のUIが増える回。ManagerとUIの接続を丁寧に扱う。
話すポイント:
- タイマーで経過時間を表示する
- 落下したらゲームオーバーにする
- Retryボタンでやり直す
使用スクリーンショット: Assets\Screenshots\training_ingame_game_view.png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03: TimerController
ねらい: 時間計測、落下ゲームオーバー、リトライボタンでゲームの失敗と再挑戦を作る。
講師ノート: タイマーをManagerに直接書かず、役割を分ける。
話すポイント:
- 時間だけを担当するスクリプト
- Managerから開始・停止を指示する
- 表示用TextをInspectorで受け取る
コード抜粋:
public float CurrentTime = 0f;
private bool isRunning = false;
public TMP_Text TimerText;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04: タイマー変数
ねらい: 時間計測、落下ゲームオーバー、リトライボタンでゲームの失敗と再挑戦を作る。
講師ノート: boolフラグの実用例としてisRunningを見る。
話すポイント:
- CurrentTimeは結果表示にも使うのでpublic
- isRunningで計測中かどうかを管理
- TimerTextに表示する
コード抜粋:
public float CurrentTime = 0f;
private bool isRunning = false;
public TMP_Text TimerText;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05: StartTimer()
ねらい: 時間計測、落下ゲームオーバー、リトライボタンでゲームの失敗と再挑戦を作る。
講師ノート: 「始める」処理を関数にまとめる意味を説明する。
話すポイント:
- CurrentTimeを0に戻す
- isRunningをtrueにする
- ゲーム開始時に呼ぶ
コード抜粋:
public void StartTimer()
{
    CurrentTime = 0f;
    isRunning = true;
}
public void StopTimer()
{
    isRunning = false;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06: StopTimer()
ねらい: 時間計測、落下ゲームオーバー、リトライボタンでゲームの失敗と再挑戦を作る。
講師ノート: 時間そのものを止めるのではなく、加算しない状態にする。
話すポイント:
- isRunningをfalseにする
- Updateでの加算が止まる
- クリア時・ゲームオーバー時に呼ぶ
コード抜粋:
public void StartTimer()
{
    CurrentTime = 0f;
    isRunning = true;
}
public void StopTimer()
{
    isRunning = false;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07: Update()
ねらい: 時間計測、落下ゲームオーバー、リトライボタンでゲームの失敗と再挑戦を作る。
講師ノート: Time.deltaTimeは「前フレームからの経過秒」と説明する。
話すポイント:
- isRunningのときだけ実行する
- Time.deltaTimeを加算する
- Textに小数2桁で表示する
コード抜粋:
private void Update()
{
    if (isRunning)
    {
        CurrentTime += Time.deltaTime;
        TimerText.text = $"Time: {CurrentTime.ToString("F2")}s";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08: 表示形式
ねらい: 時間計測、落下ゲームオーバー、リトライボタンでゲームの失敗と再挑戦を作る。
講師ノート: 文字列補間は細かく文法説明せず、テンプレートに値を入れる書き方として示す。
話すポイント:
- ToString("F2")で小数2桁
- $"..."で文字列に値を埋め込む
- 見やすいUI表示に整える
コード抜粋:
private void Update()
{
    if (isRunning)
    {
        CurrentTime += Time.deltaTime;
        TimerText.text = $"Time: {CurrentTime.ToString("F2")}s";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09: Managerに接続
ねらい: 時間計測、落下ゲームオーバー、リトライボタンでゲームの失敗と再挑戦を作る。
講師ノート: TimerController単体では動かず、Managerがタイミングを決める。
話すポイント:
- PlayingでStartTimerを呼ぶ
- GameClearでStopTimerを呼ぶ
- 状態が変わるタイミングに処理を置く
コード抜粋:
case GameState.Playing:
    PlayerController.CanMove = true;
    TimerController.StartTimer();
    break;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10: 結果表示
ねらい: 時間計測、落下ゲームオーバー、リトライボタンでゲームの失敗と再挑戦を作る。
講師ノート: 別スクリプトのpublic変数を読む例として扱う。
話すポイント:
- クリア時のCurrentTimeを読む
- ResultTextにTimeを表示する
- ゲームの成果が残る
コード抜粋:
case GameState.GameClear:
    PlayerController.CanMove = false;
    TimerController.StopTimer();
    GameClearText.gameObject.SetActive(true);
    PlayerController.FreezePlayer();
    ResultText.text = $"Time: {TimerController.CurrentTime.ToString("F2")}s";
    break;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11: 落下判定
ねらい: 時間計測、落下ゲームオーバー、リトライボタンでゲームの失敗と再挑戦を作る。
講師ノート: 座標のyは高さ。しきい値はゲーム調整値として扱う。
話すポイント:
- Playerのy座標を見る
- -10未満なら落下とみなす
- GameOver状態へ切り替える
コード抜粋:
private void Update()
{
    if (currentState == GameState.Playing)
    {
        int itemCount = GameObject.FindGameObjectsWithTag("Item").Length;
        if (itemCount == 0) ChangeState(GameState.GameClear);
        if (PlayerController.transform.position.y &lt; -10f) ChangeState(GameState.GameOver);
    }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12: GameOver表示
ねらい: 時間計測、落下ゲームオーバー、リトライボタンでゲームの失敗と再挑戦を作る。
講師ノート: クリア時と似た処理を比較し、成功と失敗で共通する終了処理を理解させる。
話すポイント:
- CanMoveをfalseにする
- Timerを止める
- GameOverTextを表示する
コード抜粋:
case GameState.GameOver:
    PlayerController.CanMove = false;
    TimerController.StopTimer();
    GameOverText.gameObject.SetActive(true);
    PlayerController.FreezePlayer();
    break;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13: RetryButton
ねらい: 時間計測、落下ゲームオーバー、リトライボタンでゲームの失敗と再挑戦を作る。
講師ノート: SceneManager.GetActiveScene().buildIndexは「今いるシーン番号」と説明する。
話すポイント:
- 現在のシーンを読み直す
- ButtonのOnClickから呼ぶ
- 最初の状態に戻して再挑戦できる
コード抜粋:
public void OnRetryButtonClicked()
{
    SceneManager.LoadScene(SceneManager.GetActiveScene().buildIndex);
}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第4回 タイマー・ゲームオーバー・リトライ - Slide 14: 今日の完成形
ねらい: 時間計測、落下ゲームオーバー、リトライボタンでゲームの失敗と再挑戦を作る。
講師ノート: 成功、失敗、再挑戦が揃い、ゲームの基本ループができたことを確認する。
話すポイント:
- 時間を測って結果表示できる
- 落下したらゲームオーバーになる
- Retryでやり直せる
使用スクリーンショット: Assets\Screenshots\training_ingame_game_view.png
クラスという用語は「Unityの部品をまとめる箱」として扱い、継承やインターフェースの詳細には入らない。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前回の状態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全部集めるとクリアできる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ただし時間は記録されない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落下しても失敗にならない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play_game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今日追加するもの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タイマーで経過時間を表示する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落下したらゲームオーバーにする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Retryボタンでやり直す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gam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TimerController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時間だけを担当するスクリプト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Managerから開始・停止を指示する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表示用TextをInspectorで受け取る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CurrentTime = 0f;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bool isRunning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TMP_Text TimerText;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タイマー変数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CurrentTimeは結果表示にも使うのでpublic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isRunningで計測中かどうかを管理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TimerTextに表示する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float CurrentTime = 0f;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bool isRunning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TMP_Text TimerText;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timerFields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StartTimer()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CurrentTimeを0に戻す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isRunningをtrueにする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ゲーム開始時に呼ぶ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StartTimer()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CurrentTime = 0f;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isRunning = true;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StopTimer()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isRunning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timerMethods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StopTimer()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isRunningをfalseにする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Updateでの加算が止まる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クリア時・ゲームオーバー時に呼ぶ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StartTimer()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CurrentTime = 0f;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isRunning = true;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StopTimer()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isRunning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timerMethods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Update()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isRunningのときだけ実行する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Time.deltaTimeを加算する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Textに小数2桁で表示する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(isRunning)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CurrentTime += Time.deltaTime;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TimerText.text = $"Time: {CurrentTime.ToString("F2")}s";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timerUpdate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表示形式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ToString("F2")で小数2桁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$"..."で文字列に値を埋め込む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見やすいUI表示に整える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(isRunning)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CurrentTime += Time.deltaTime;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TimerText.text = $"Time: {CurrentTime.ToString("F2")}s";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timerUpdate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Managerに接続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PlayingでStartTimerを呼ぶ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GameClearでStopTimerを呼ぶ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状態が変わるタイミングに処理を置く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GameState.Playing: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PlayerController.CanMove = true;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TimerController.StartTimer();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managerPlaying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結果表示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クリア時のCurrentTimeを読む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ResultTextにTimeを表示する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ゲームの成果が残る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GameState.GameClear: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PlayerController.CanMove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TimerController.StopTimer();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GameClearText.gameObject.SetActive(true);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PlayerController.FreezePlayer();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ResultText.text = $"Time: {TimerController.CurrentTime.ToString("F2")}s";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managerClear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落下判定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Playerのy座標を見る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-10未満なら落下とみなす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GameOver状態へ切り替える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void Update()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(currentState == GameState.Playing)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itemCount = GameObject.FindGameObjectsWithTag("Item").Length;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(itemCount == 0) ChangeState(GameState.GameClear);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(PlayerController.transform.position.y &lt; -10f) ChangeState(GameState.GameOver);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managerUpdate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GameOver表示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CanMoveをfalseにする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Timerを止める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GameOverTextを表示する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GameState.GameOver: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PlayerController.CanMove = false;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TimerController.StopTimer();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GameOverText.gameObject.SetActive(true);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PlayerController.FreezePlayer();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break;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managerOver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RetryButton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4297680" cy="4251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現在のシーンを読み直す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ButtonのOnClickから呼ぶ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最初の状態に戻して再挑戦できる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74920" y="1389888"/>
            <a:ext cx="6492240" cy="4800600"/>
          </a:xfrm>
          <a:prstGeom prst="roundRect">
            <a:avLst>
              <a:gd name="adj" fmla="val 762"/>
            </a:avLst>
          </a:prstGeom>
          <a:solidFill>
            <a:srgbClr val="1E2428"/>
          </a:solidFill>
          <a:ln w="12700">
            <a:solidFill>
              <a:srgbClr val="11131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39512" y="1591056"/>
            <a:ext cx="6163056" cy="4416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OnRetryButtonClicked()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SceneManager.LoadScene(SceneManager.GetActiveScene().buildIndex);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4F7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221224" y="1444752"/>
            <a:ext cx="61996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9DB1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retry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7D66"/>
          </a:solidFill>
          <a:ln w="12700">
            <a:solidFill>
              <a:srgbClr val="2F7D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94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第4回 タイマー・ゲームオーバー・リトライ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35640" y="21945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 / 14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今日の完成形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457200" y="1499616"/>
            <a:ext cx="4617720" cy="42245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時間を測って結果表示できる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落下したらゲームオーバーになる</a:t>
            </a:r>
            <a:endParaRPr lang="en-US" sz="1800" dirty="0"/>
          </a:p>
          <a:p>
            <a:pPr marL="152400" indent="-152400">
              <a:buSzPct val="100000"/>
              <a:buChar char="•"/>
            </a:pPr>
            <a:r>
              <a:rPr lang="en-US" sz="1800" dirty="0">
                <a:solidFill>
                  <a:srgbClr val="2021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Retryでやり直せる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49240" y="1353312"/>
            <a:ext cx="6172200" cy="4882896"/>
          </a:xfrm>
          <a:prstGeom prst="roundRect">
            <a:avLst>
              <a:gd name="adj" fmla="val 1124"/>
            </a:avLst>
          </a:prstGeom>
          <a:solidFill>
            <a:srgbClr val="FFFFFF"/>
          </a:solidFill>
          <a:ln w="12700">
            <a:solidFill>
              <a:srgbClr val="D8D1C3"/>
            </a:solidFill>
            <a:prstDash val="solid"/>
          </a:ln>
        </p:spPr>
      </p:sp>
      <p:pic>
        <p:nvPicPr>
          <p:cNvPr id="8" name="Image 0" descr="C:\Users\yghay\source\repos\RollABallTemplate\Assets\Screenshots\training_ingame_game_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2392" y="2008537"/>
            <a:ext cx="6025896" cy="33895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58968" y="6025896"/>
            <a:ext cx="5952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Unity screenshot</a:t>
            </a:r>
            <a:endParaRPr lang="en-US" sz="720" dirty="0"/>
          </a:p>
        </p:txBody>
      </p:sp>
      <p:sp>
        <p:nvSpPr>
          <p:cNvPr id="10" name="Shape 7"/>
          <p:cNvSpPr/>
          <p:nvPr/>
        </p:nvSpPr>
        <p:spPr>
          <a:xfrm>
            <a:off x="457200" y="6492240"/>
            <a:ext cx="11274552" cy="0"/>
          </a:xfrm>
          <a:prstGeom prst="line">
            <a:avLst/>
          </a:prstGeom>
          <a:noFill/>
          <a:ln w="8890">
            <a:solidFill>
              <a:srgbClr val="D8D1C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54710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Roll A Ball 新人研修資料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8961120" y="6547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267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Timer / GameOver / Retry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TrainingMaterials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第4回 タイマー・ゲームオーバー・リトライ</dc:title>
  <dc:subject>第4回 タイマー・ゲームオーバー・リトライ</dc:subject>
  <dc:creator>Codex / RollABallTemplate</dc:creator>
  <cp:lastModifiedBy>Codex / RollABallTemplate</cp:lastModifiedBy>
  <cp:revision>1</cp:revision>
  <dcterms:created xsi:type="dcterms:W3CDTF">2026-05-05T08:16:28Z</dcterms:created>
  <dcterms:modified xsi:type="dcterms:W3CDTF">2026-05-05T08:16:28Z</dcterms:modified>
</cp:coreProperties>
</file>